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FC7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3291840" cy="3291840"/>
          </a:xfrm>
          <a:prstGeom prst="ellipse">
            <a:avLst/>
          </a:prstGeom>
          <a:solidFill>
            <a:srgbClr val="FFC7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LEMON AI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868680" y="3310128"/>
            <a:ext cx="1280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growth engine for small &amp; medium businesses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Research. Create. Advertise. Sell. Automated end-to-end by AI agents.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Pitch Deck  ·  2026  ·  Southeast Asia +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businesses want to grow online — but marketing is broken for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4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57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tools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048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apps for research, content, ads, social and CRM — nothing talks to each other.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4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057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in-house expertise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048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 marketer or agency is out of reach for most small budgets.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4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66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ad spend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1363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campaigns get built on guesswork, without competitor or trend research.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11880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84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566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slow, too manual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91363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spend hours writing captions and scheduling instead of running their business.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6F6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285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tools on average</a:t>
            </a:r>
            <a:pPr indent="0" marL="0"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what a typical Southeast Asian SMB juggles just to run digital marketing — with marketing as their #1 tech priority.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Three AI engines. Zero manual grind.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AI plugs into a small business and runs its entire growth loop — from market research to closed sale.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6F6F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51760"/>
            <a:ext cx="685800" cy="6858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Intelligence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605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competitor research feeds an AI content strategy, auto-generation, and scheduling — across every channel.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651760"/>
            <a:ext cx="685800" cy="6858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Performance Engine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41605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studies competitors' best-performing Meta campaigns, then builds, launches and optimizes your own.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6F6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651760"/>
            <a:ext cx="685800" cy="6858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Social Agents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41605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calling agents and chatbots convert leads while bots keep every social profile active, all day, every day.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AI pipeline, running on autopilot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46860" y="3360420"/>
            <a:ext cx="906780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21080" y="2834640"/>
            <a:ext cx="1051560" cy="10515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108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8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181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38912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trends &amp; competitor content/ads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2834640"/>
            <a:ext cx="1051560" cy="10515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80" dirty="0"/>
          </a:p>
        </p:txBody>
      </p:sp>
      <p:sp>
        <p:nvSpPr>
          <p:cNvPr id="11" name="Text 9"/>
          <p:cNvSpPr txBox="1"/>
          <p:nvPr/>
        </p:nvSpPr>
        <p:spPr>
          <a:xfrm>
            <a:off x="2453640" y="4023360"/>
            <a:ext cx="181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Strategize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407920" y="438912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the content &amp; campaign plan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8200" y="2834640"/>
            <a:ext cx="1051560" cy="10515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4820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80" dirty="0"/>
          </a:p>
        </p:txBody>
      </p:sp>
      <p:sp>
        <p:nvSpPr>
          <p:cNvPr id="15" name="Text 13"/>
          <p:cNvSpPr txBox="1"/>
          <p:nvPr/>
        </p:nvSpPr>
        <p:spPr>
          <a:xfrm>
            <a:off x="4267200" y="4023360"/>
            <a:ext cx="181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221480" y="438912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on-brand posts, copy &amp; creatives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61760" y="2834640"/>
            <a:ext cx="1051560" cy="10515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176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8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4023360"/>
            <a:ext cx="181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38912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Auto-schedule across social channels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75320" y="2834640"/>
            <a:ext cx="1051560" cy="10515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7532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80" dirty="0"/>
          </a:p>
        </p:txBody>
      </p:sp>
      <p:sp>
        <p:nvSpPr>
          <p:cNvPr id="23" name="Text 21"/>
          <p:cNvSpPr txBox="1"/>
          <p:nvPr/>
        </p:nvSpPr>
        <p:spPr>
          <a:xfrm>
            <a:off x="7894320" y="4023360"/>
            <a:ext cx="181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848600" y="438912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optimize Meta ad campaigns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88880" y="2834640"/>
            <a:ext cx="1051560" cy="10515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888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80" dirty="0"/>
          </a:p>
        </p:txBody>
      </p:sp>
      <p:sp>
        <p:nvSpPr>
          <p:cNvPr id="27" name="Text 25"/>
          <p:cNvSpPr txBox="1"/>
          <p:nvPr/>
        </p:nvSpPr>
        <p:spPr>
          <a:xfrm>
            <a:off x="9707880" y="4023360"/>
            <a:ext cx="181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662160" y="4389120"/>
            <a:ext cx="190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calling agents &amp; bots close the sale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orchestrated by AI agents — the business owner sets the direction, Lemon AI runs the loop.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that's researched, not guessed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856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&amp; competitor scan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67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continuously tracks what's working in the business's niche and location.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128016" cy="128016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816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content strategy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1272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research into a content calendar built around real demand signals.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13632"/>
            <a:ext cx="128016" cy="128016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776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content creation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0873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captions, creatives and short-form video ideas on brand.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73752"/>
            <a:ext cx="128016" cy="128016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" y="4736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Hands-free scheduling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50474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at the best time, across every platform, automatically.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AI CONTENT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265176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2A2A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26517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724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Reel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9718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9400" y="3401568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2A2A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34015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carousel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37216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FB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4151376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2A2A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4151376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224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story post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47141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9400" y="4901184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2A2A2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4901184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49743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announcement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2212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built on competitor intelligence. Sales that never sleep.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6F6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Automation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301752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971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competitors' top-performing campaigns in the same category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93192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8862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ad creative, copy and audience targeting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484632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8006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campaigns and reallocates budget toward what converts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Sales &amp; Social Agents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629400" y="301752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971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calling agents qualify and follow up with leads automatically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93192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8862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handle DMs and WhatsApp/Instagram inquiries 24/7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484632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8006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profiles stay active with automated posting &amp; engagement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massive, underserved SMB base across South &amp; Southeast Asia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67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70M+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in Southeast Asia — 97% of all regional businesses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02152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F6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30752" y="2167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$130B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730752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SMB tech investment in SEA over the next 3 years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4224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2824" y="2167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70M+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592824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operating in India today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26296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F6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54896" y="2167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454896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the average SMB juggles for marketing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TAM · SAM · SOM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480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140M+ SMBs across India + Southeast Asia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5102352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E0A8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68880" y="510235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~15M digitally active SMBs actively spending on marketing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572414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8BC3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06240" y="57241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paying businesses — 3-year target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91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SAM/SOM figures are illustrative planning estimates, to be refined with pilot data.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SaaS pricing, with clear room to expand revenue per account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6F6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solo owners &amp; new businesses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research &amp; creation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Auto-scheduling, 1 platform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performance reports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709928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17099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core, highest-volume plan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10912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automation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10912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automation, all channels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6F6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5820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multi-location &amp; agencies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2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759952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&amp; calling agents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59952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strategy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+ usage-based add-ons for ad spend managed and call/message volume.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solutions are crowded. Full-funnel automation for SMBs is not.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011680"/>
            <a:ext cx="1805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(Jasper)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03620" y="2011680"/>
            <a:ext cx="1805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(AdCreative.ai)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011680"/>
            <a:ext cx="1805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CRM/Auto.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(HubSpot)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15500" y="2011680"/>
            <a:ext cx="1805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AI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97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competitor research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697480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03620" y="2697480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97480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715500" y="2697480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264408"/>
            <a:ext cx="10881360" cy="566928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26440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creation &amp; scheduling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264408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03620" y="3264408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264408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715500" y="3264408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83133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 campaign automation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3831336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03620" y="3831336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831336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715500" y="3831336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398264"/>
            <a:ext cx="10881360" cy="566928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3982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calling &amp; sales agents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398264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03620" y="4398264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398264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715500" y="4398264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9651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small business budgets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965192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103620" y="4965192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4965192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715500" y="4965192"/>
            <a:ext cx="1805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with content automation, expand into ads and sales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6F6F4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6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50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70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Beachhead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3756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India + key SEA metros (Indonesia, Vietnam, Philippines) via founder-led sales and local SMB communities.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6F6F4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4231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6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450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670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Growth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e-commerce platforms, payment providers and MSME associations for distribution at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6F6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24231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6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450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670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Expansion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33756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Southeast Asia with localized content, language models and in-market support.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loop: every automated campaign and post is a visible, shareable proof point that drives referrals from other local business owners.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MVP to full-funnel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28216" y="2880360"/>
            <a:ext cx="8705088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2743200"/>
            <a:ext cx="274320" cy="2743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in build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56616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research + AI creation &amp; scheduling engine in active development.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67328" y="27432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16352" y="23317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pilot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71216" y="356616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first cohort of SMBs across India &amp; SEA for hands-on feedback.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92624" y="23317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01184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engine live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56616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Meta ads automation and competitor campaign research.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9872" y="27432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68896" y="23317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mo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77456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agents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56616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 calling agents and chat automation; move to paid plans.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96144" y="274320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45168" y="23317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00032" y="356616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channel partnerships and regional coverage across SEA.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Builders who understand both AI and small-business marketing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51660" y="2103120"/>
            <a:ext cx="1005840" cy="1005840"/>
          </a:xfrm>
          <a:prstGeom prst="ellipse">
            <a:avLst/>
          </a:prstGeom>
          <a:solidFill>
            <a:srgbClr val="F6F6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516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52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/ CEO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business strategy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vision, fundraising and go-to-market.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00700" y="2103120"/>
            <a:ext cx="1005840" cy="10058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0070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52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 / CTO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platform engineering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automation pipeline and AI agent architecture.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49740" y="2103120"/>
            <a:ext cx="1005840" cy="1005840"/>
          </a:xfrm>
          <a:prstGeom prst="ellipse">
            <a:avLst/>
          </a:prstGeom>
          <a:solidFill>
            <a:srgbClr val="F6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4974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52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Lead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partnerships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SMB acquisition and channel partnerships.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advisors here as they come on board — domain experts in SMB fintech, Meta ads, or regional GTM strengthen this slide.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a pre-seed round to take Lemon AI from MVP to market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C7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048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 – $300K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MVP, run a paid pilot with early SMBs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A2A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4048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 – $1M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26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ads + sales agent modules, hire core team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A2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4048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 – $2M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26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SEED+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India &amp; SEA with sales + partnerships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ranges — final ask to be set once pilot costs and hiring plan are locked.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632704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504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Product &amp; engineering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5632704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5504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Pilot acquisition &amp; GTM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998464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5870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Team hiring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5998464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5870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Operations &amp; buffer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FFC72C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small business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deserves an AI-powered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team.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1280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 together.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hello@lemonai.co   ·   lemonai.co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2026-09-05T14:39:39Z</dcterms:created>
  <dcterms:modified xsi:type="dcterms:W3CDTF">2026-09-05T14:39:39Z</dcterms:modified>
</cp:coreProperties>
</file>